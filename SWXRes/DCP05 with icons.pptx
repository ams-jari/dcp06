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5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3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3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6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4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9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9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5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0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1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052B0-D763-4FA4-AB23-F6FB550EFE42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DC8C9-D796-40A0-8742-FE4FB30F3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6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6.pn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DCP05 </a:t>
            </a:r>
            <a:r>
              <a:rPr lang="en-US" dirty="0"/>
              <a:t>I</a:t>
            </a:r>
            <a:r>
              <a:rPr lang="en-US" dirty="0" smtClean="0"/>
              <a:t>cons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Sanna Loukusa</a:t>
            </a:r>
          </a:p>
          <a:p>
            <a:r>
              <a:rPr lang="en-US" dirty="0"/>
              <a:t>5</a:t>
            </a:r>
            <a:r>
              <a:rPr lang="en-US" dirty="0" smtClean="0"/>
              <a:t>.4.2017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06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Menu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3728997"/>
            <a:ext cx="1142857" cy="1142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728996"/>
            <a:ext cx="1142857" cy="1142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9"/>
            <a:ext cx="1142857" cy="1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6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Orientation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9"/>
            <a:ext cx="1142857" cy="11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46" y="2088802"/>
            <a:ext cx="1143160" cy="1143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7"/>
            <a:ext cx="1142857" cy="114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7"/>
            <a:ext cx="1142857" cy="11428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5"/>
            <a:ext cx="1142857" cy="1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09" y="1863807"/>
            <a:ext cx="1143462" cy="11434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869" y="1823909"/>
            <a:ext cx="1143462" cy="11434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09" y="3307269"/>
            <a:ext cx="1143462" cy="1143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887" y="1833236"/>
            <a:ext cx="1143462" cy="11434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279560"/>
            <a:ext cx="1142857" cy="11428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887" y="3307269"/>
            <a:ext cx="1143462" cy="11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6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Functions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9"/>
            <a:ext cx="1142857" cy="11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46" y="2088802"/>
            <a:ext cx="1143160" cy="1143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7"/>
            <a:ext cx="1142857" cy="114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7"/>
            <a:ext cx="1142857" cy="11428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5"/>
            <a:ext cx="1142857" cy="11428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46" y="2088500"/>
            <a:ext cx="1143462" cy="11434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32" y="2088500"/>
            <a:ext cx="1143462" cy="11434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795" y="3728999"/>
            <a:ext cx="1143462" cy="11434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8500"/>
            <a:ext cx="1143462" cy="11434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088500"/>
            <a:ext cx="1143462" cy="11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8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7"/>
            <a:ext cx="1142857" cy="1142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99" y="2089104"/>
            <a:ext cx="1142857" cy="11428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7"/>
            <a:ext cx="1143462" cy="11434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32" y="2089107"/>
            <a:ext cx="1143462" cy="11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6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7"/>
            <a:ext cx="1142857" cy="1142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99" y="2089104"/>
            <a:ext cx="1142857" cy="11428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7"/>
            <a:ext cx="1143462" cy="11434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32" y="2089107"/>
            <a:ext cx="1143462" cy="11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3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2089106"/>
            <a:ext cx="1142857" cy="11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089107"/>
            <a:ext cx="1142857" cy="11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2089105"/>
            <a:ext cx="1142857" cy="1142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9"/>
            <a:ext cx="1142857" cy="114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7"/>
            <a:ext cx="1142857" cy="11428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37" y="3728995"/>
            <a:ext cx="1142857" cy="1142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27" y="2089104"/>
            <a:ext cx="1142857" cy="11428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2" y="1981200"/>
            <a:ext cx="1142857" cy="11428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73" y="3728994"/>
            <a:ext cx="1142857" cy="114285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815548"/>
            <a:ext cx="1143462" cy="114346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92" y="3815548"/>
            <a:ext cx="1143462" cy="11434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32" y="2089107"/>
            <a:ext cx="1143462" cy="11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0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</Words>
  <Application>Microsoft Office PowerPoint</Application>
  <PresentationFormat>On-screen Show (4:3)</PresentationFormat>
  <Paragraphs>10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DCP05 Icons</vt:lpstr>
      <vt:lpstr>Main Menu</vt:lpstr>
      <vt:lpstr>Orientation</vt:lpstr>
      <vt:lpstr>File</vt:lpstr>
      <vt:lpstr>Special Functions</vt:lpstr>
      <vt:lpstr>Calculation</vt:lpstr>
      <vt:lpstr>Calculation</vt:lpstr>
      <vt:lpstr>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DCP05 with icons</dc:title>
  <dc:creator>User</dc:creator>
  <cp:lastModifiedBy>User</cp:lastModifiedBy>
  <cp:revision>9</cp:revision>
  <dcterms:created xsi:type="dcterms:W3CDTF">2017-04-04T17:33:10Z</dcterms:created>
  <dcterms:modified xsi:type="dcterms:W3CDTF">2017-04-05T18:59:34Z</dcterms:modified>
</cp:coreProperties>
</file>